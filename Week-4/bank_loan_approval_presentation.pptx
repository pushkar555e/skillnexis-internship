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Loan Approval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4 Major Project — Option 2</a:t>
            </a:r>
          </a:p>
          <a:p>
            <a:r>
              <a:t>Machine Learning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classification model for bank loan approval prediction.</a:t>
            </a:r>
          </a:p>
          <a:p>
            <a:pPr>
              <a:defRPr sz="2200"/>
            </a:pPr>
            <a:r>
              <a:t>Use the supplied Loan Prediction Dataset.</a:t>
            </a:r>
          </a:p>
          <a:p>
            <a:pPr>
              <a:defRPr sz="2200"/>
            </a:pPr>
            <a:r>
              <a:t>Follow the Week 4 workflow: cleaning, Random Forest, confusion matrix,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614 application records and 13 columns.</a:t>
            </a:r>
          </a:p>
          <a:p>
            <a:pPr>
              <a:defRPr sz="2200"/>
            </a:pPr>
            <a:r>
              <a:t>Target variable: Loan_Status.</a:t>
            </a:r>
          </a:p>
          <a:p>
            <a:pPr>
              <a:defRPr sz="2200"/>
            </a:pPr>
            <a:r>
              <a:t>Y = approved; N = rejected.</a:t>
            </a:r>
          </a:p>
          <a:p>
            <a:pPr>
              <a:defRPr sz="2200"/>
            </a:pPr>
            <a:r>
              <a:t>Features include Gender, Married, Dependents, Education, Income, Credit_History and Property_Area.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Remove Loan_ID from predictive features because it is an identifier.</a:t>
            </a:r>
          </a:p>
          <a:p>
            <a:pPr>
              <a:defRPr sz="2200"/>
            </a:pPr>
            <a:r>
              <a:t>Median imputation for numerical missing values.</a:t>
            </a:r>
          </a:p>
          <a:p>
            <a:pPr>
              <a:defRPr sz="2200"/>
            </a:pPr>
            <a:r>
              <a:t>Most-frequent imputation for categorical missing values.</a:t>
            </a:r>
          </a:p>
          <a:p>
            <a:pPr>
              <a:defRPr sz="2200"/>
            </a:pPr>
            <a:r>
              <a:t>One-hot encoding for categorical variables.</a:t>
            </a:r>
          </a:p>
          <a:p>
            <a:pPr>
              <a:defRPr sz="2200"/>
            </a:pPr>
            <a:r>
              <a:t>Preprocessing is integrated into the model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Algorithm: Random Forest Classifier.</a:t>
            </a:r>
          </a:p>
          <a:p>
            <a:pPr>
              <a:defRPr sz="2200"/>
            </a:pPr>
            <a:r>
              <a:t>Number of trees: 300.</a:t>
            </a:r>
          </a:p>
          <a:p>
            <a:pPr>
              <a:defRPr sz="2200"/>
            </a:pPr>
            <a:r>
              <a:t>Random state: 42.</a:t>
            </a:r>
          </a:p>
          <a:p>
            <a:pPr>
              <a:defRPr sz="2200"/>
            </a:pPr>
            <a:r>
              <a:t>Balanced class weights are used.</a:t>
            </a:r>
          </a:p>
          <a:p>
            <a:pPr>
              <a:defRPr sz="2200"/>
            </a:pPr>
            <a:r>
              <a:t>Training/testing split: 80% / 20%, stratified.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5486400" cy="4213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Accuracy: 0.8130</a:t>
            </a:r>
          </a:p>
          <a:p>
            <a:pPr>
              <a:defRPr sz="2200"/>
            </a:pPr>
            <a:r>
              <a:t>Precision: 0.8370</a:t>
            </a:r>
          </a:p>
          <a:p>
            <a:pPr>
              <a:defRPr sz="2200"/>
            </a:pPr>
            <a:r>
              <a:t>Recall: 0.9059</a:t>
            </a:r>
          </a:p>
          <a:p>
            <a:pPr>
              <a:defRPr sz="2200"/>
            </a:pPr>
            <a:r>
              <a:t>Confusion matrix: [[23, 15], [8, 77]]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Status Distribution</a:t>
            </a:r>
          </a:p>
        </p:txBody>
      </p:sp>
      <p:pic>
        <p:nvPicPr>
          <p:cNvPr id="3" name="Picture 2" descr="loan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5486400" cy="3943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Feature Importances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45270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complete ML classification pipeline was implemented.</a:t>
            </a:r>
          </a:p>
          <a:p>
            <a:pPr>
              <a:defRPr sz="2200"/>
            </a:pPr>
            <a:r>
              <a:t>The model cleans and encodes the supplied data before training.</a:t>
            </a:r>
          </a:p>
          <a:p>
            <a:pPr>
              <a:defRPr sz="2200"/>
            </a:pPr>
            <a:r>
              <a:t>Performance is evaluated using accuracy, precision, recall and a confusion matrix.</a:t>
            </a:r>
          </a:p>
          <a:p>
            <a:pPr>
              <a:defRPr sz="2200"/>
            </a:pPr>
            <a:r>
              <a:t>The included script makes the workflow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